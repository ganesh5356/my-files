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B583-E5B7-670F-9199-61EAB597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347019"/>
            <a:ext cx="7772400" cy="2253431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</a:rPr>
              <a:t>Data Visualization for Expenses Dashboard Using (CSV) FILE UPLOAD</a:t>
            </a:r>
            <a:endParaRPr lang="en-IN" sz="40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A4148-E06A-F22A-41AA-0B9FE512F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7219" y="3758381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en-IN" sz="1800" dirty="0"/>
              <a:t>C Kumar Swamy</a:t>
            </a:r>
          </a:p>
          <a:p>
            <a:pPr algn="l"/>
            <a:r>
              <a:rPr lang="en-IN" sz="1800" dirty="0"/>
              <a:t>V Dhanush</a:t>
            </a:r>
          </a:p>
          <a:p>
            <a:pPr algn="l"/>
            <a:r>
              <a:rPr lang="en-IN" sz="1800" dirty="0"/>
              <a:t>K Ganesh Kumar Rao</a:t>
            </a:r>
          </a:p>
          <a:p>
            <a:pPr algn="l"/>
            <a:r>
              <a:rPr lang="en-IN" sz="1800" dirty="0"/>
              <a:t>Akash B</a:t>
            </a:r>
          </a:p>
          <a:p>
            <a:pPr algn="l"/>
            <a:r>
              <a:rPr lang="en-IN" sz="1800" dirty="0"/>
              <a:t>V K Ganesh</a:t>
            </a:r>
          </a:p>
          <a:p>
            <a:pPr algn="r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34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Expense management is essential for financial planning.</a:t>
            </a:r>
          </a:p>
          <a:p>
            <a:r>
              <a:rPr dirty="0"/>
              <a:t>Raw CSV or spreadsheet data is difficult to analyze.</a:t>
            </a:r>
          </a:p>
          <a:p>
            <a:r>
              <a:rPr dirty="0"/>
              <a:t>Data visualization converts numerical data into graphical insights.</a:t>
            </a:r>
          </a:p>
          <a:p>
            <a:r>
              <a:rPr dirty="0"/>
              <a:t>This project uses CSV upload to visualize expense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Upload expense data using CSV files</a:t>
            </a:r>
          </a:p>
          <a:p>
            <a:r>
              <a:rPr dirty="0"/>
              <a:t>Automatically process expense data</a:t>
            </a:r>
          </a:p>
          <a:p>
            <a:r>
              <a:rPr dirty="0"/>
              <a:t>Visualize expenses using charts</a:t>
            </a:r>
          </a:p>
          <a:p>
            <a:r>
              <a:rPr dirty="0"/>
              <a:t>Analyze spending patterns</a:t>
            </a:r>
          </a:p>
          <a:p>
            <a:r>
              <a:rPr dirty="0"/>
              <a:t>Improve budgeting and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Users store expenses in CSV files but: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dirty="0"/>
              <a:t>Cannot easily analyze raw data</a:t>
            </a:r>
            <a:endParaRPr lang="en-IN" dirty="0"/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dirty="0"/>
              <a:t>Lack visual understanding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dirty="0"/>
              <a:t>Manual calculations are time-consuming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dirty="0"/>
              <a:t>No trend-based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CSV file contains: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dirty="0"/>
              <a:t>Date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dirty="0"/>
              <a:t>Category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dirty="0"/>
              <a:t>Amount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dirty="0"/>
              <a:t>Description</a:t>
            </a:r>
          </a:p>
          <a:p>
            <a:endParaRPr dirty="0"/>
          </a:p>
          <a:p>
            <a:r>
              <a:rPr dirty="0"/>
              <a:t>Each row represents one expense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CSV file upload</a:t>
            </a:r>
          </a:p>
          <a:p>
            <a:pPr marL="0" indent="0">
              <a:buNone/>
            </a:pPr>
            <a:r>
              <a:rPr dirty="0"/>
              <a:t>2. Data validation</a:t>
            </a:r>
          </a:p>
          <a:p>
            <a:pPr marL="0" indent="0">
              <a:buNone/>
            </a:pPr>
            <a:r>
              <a:rPr dirty="0"/>
              <a:t>3. Data processing</a:t>
            </a:r>
          </a:p>
          <a:p>
            <a:pPr marL="0" indent="0">
              <a:buNone/>
            </a:pPr>
            <a:r>
              <a:rPr dirty="0"/>
              <a:t>4. Chart generation</a:t>
            </a:r>
          </a:p>
          <a:p>
            <a:pPr marL="0" indent="0">
              <a:buNone/>
            </a:pPr>
            <a:r>
              <a:rPr dirty="0"/>
              <a:t>5. Expense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Pie Chart – Category-wise distribution</a:t>
            </a:r>
          </a:p>
          <a:p>
            <a:r>
              <a:rPr dirty="0"/>
              <a:t>Bar Chart – Monthly comparison</a:t>
            </a:r>
          </a:p>
          <a:p>
            <a:r>
              <a:rPr dirty="0"/>
              <a:t>Line Chart – Expense trends</a:t>
            </a:r>
          </a:p>
          <a:p>
            <a:r>
              <a:rPr dirty="0"/>
              <a:t>Dashboard – Overall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Interface</a:t>
            </a:r>
            <a:endParaRPr lang="en-IN" dirty="0"/>
          </a:p>
          <a:p>
            <a:r>
              <a:rPr dirty="0"/>
              <a:t>Backend processing</a:t>
            </a:r>
          </a:p>
          <a:p>
            <a:r>
              <a:rPr dirty="0"/>
              <a:t>Data processing module</a:t>
            </a:r>
          </a:p>
          <a:p>
            <a:r>
              <a:rPr dirty="0"/>
              <a:t>Visualization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516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</a:t>
            </a:r>
            <a:r>
              <a:rPr dirty="0" err="1"/>
              <a:t>dvantages</a:t>
            </a:r>
            <a:r>
              <a:rPr dirty="0"/>
              <a:t>: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dirty="0"/>
              <a:t>No manual entry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dirty="0"/>
              <a:t>Fast analysis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dirty="0"/>
              <a:t>User-friendly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Limitations: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dirty="0"/>
              <a:t>Depends on CSV accuracy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dirty="0"/>
              <a:t>Limited predictions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 helps users easily understand their expenses by showing CSV data in charts and graphs. It makes expense tracking simple, clear, and helps in better financial decision-making.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234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Data Visualization for Expenses Dashboard Using (CSV) FILE UPLOAD</vt:lpstr>
      <vt:lpstr>Introduction</vt:lpstr>
      <vt:lpstr>Objectives</vt:lpstr>
      <vt:lpstr>Problem Statement</vt:lpstr>
      <vt:lpstr>Dataset Description</vt:lpstr>
      <vt:lpstr>Methodology</vt:lpstr>
      <vt:lpstr>Visualization Techniques</vt:lpstr>
      <vt:lpstr>System Architecture</vt:lpstr>
      <vt:lpstr>Advantages &amp;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Ganesh kumar</dc:creator>
  <cp:keywords/>
  <dc:description>generated using python-pptx</dc:description>
  <cp:lastModifiedBy>ganesh kumar</cp:lastModifiedBy>
  <cp:revision>2</cp:revision>
  <dcterms:created xsi:type="dcterms:W3CDTF">2013-01-27T09:14:16Z</dcterms:created>
  <dcterms:modified xsi:type="dcterms:W3CDTF">2026-01-14T09:11:29Z</dcterms:modified>
  <cp:category/>
</cp:coreProperties>
</file>